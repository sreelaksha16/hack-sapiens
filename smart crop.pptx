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7E2A-80E2-E586-1E9A-35F0FE4BA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693A3-452E-3810-EADD-419FB4064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14E75-ACD2-50CD-EDA8-9FB4455B6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77032-17EC-4759-041C-5156DA386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F2B1-C85D-D435-6C03-6E6C5E1A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21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92F9-516A-C85E-7777-3A9B3FFA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20B9-E37F-E213-5B66-F9A1E9F32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D8FB4-BA11-E684-9246-36848DD5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D9469-B67D-1E26-DB9E-164B1E6B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9358C-E7BB-93A1-59AE-8D34362D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28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5162-F666-9824-1D37-60A1BFF3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FAFFE-FCC4-07A4-3953-B0F05A1DB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802FC-F6CC-CE4E-B88A-4BB5CD3B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24E0F-1810-029B-090E-1D6B76C7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361A-211A-C205-D54F-09B05959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11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D7E6-BD13-A2C9-E9B8-E11C7D6E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0B3-64ED-594C-2A8C-99A71AA04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CE1CC-9CCB-5AAF-F75E-88A22E9E5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D8DFE-CFDA-FA79-7A62-7D635E48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7F913-9EE4-6580-3D33-058DAD7EF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FE851-992A-26E3-690C-28599716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16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C44E-6FCF-0B37-54DF-3C08D6DE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EE27B-7E99-4DBD-7C14-81E427131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528FF-6DF1-08B2-5568-799814448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48EDE-C056-9694-2B2D-34D8644C6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382E0-3DAA-B776-F732-4F029D148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34960-7449-0563-AD93-7628C1910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1AFFD-D950-2CB6-708B-B8B36A7A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49A0C-1DC7-AD0B-FD8B-C57D51EF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4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83C1-566F-2A3E-8ED5-9A7B9EDD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6FEF7-FBB8-D669-7F42-8E94C1C69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EE2A8E-165E-0CF2-0DB7-A3EF3DEB6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CF91A-8F25-CC2A-37C4-8A2D0474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38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418BA-2B78-9A80-E5DA-8FAAD52F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98F546-BE2F-4AD8-42F9-FB10C484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A5C17-7EA2-888D-3FE3-9417BAD1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32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0AB9-9597-0878-5E8C-78494133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9DE5E-E4B7-E9FB-EDF0-0734B373C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88B17-2DEF-595D-77E0-70A71D8E9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EA6C5-F08C-BB79-DF4C-2934D6BD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E1DE5-1DBA-A7FD-6131-2F710E6D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B757F-B097-3AB8-84B6-0FB86EBE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92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680D-CC74-CBA2-BC5B-EF3CEC22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69DFE-E41E-DA1F-FC12-6C86DD446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5DDDB-5B99-05C5-7ADB-26AA9236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D3277-FE42-CB90-FE22-2F149C0D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C52E2-EE36-5AC6-5072-7705466B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75A5E-39A5-8FC2-38F2-1B4C3323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315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F3A37-B689-20D2-D47A-82DFA151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1EA6B-B98B-89D0-AB20-28444398B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D3FCF-B790-0259-F6A5-6490A453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1F14B-8D4C-4505-4155-E09F4DCA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EE069-7687-1209-0322-8501F8C7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33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04C50C-47E6-DD56-3120-2657619C9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F1596-EA3B-B9FB-E28B-94A4D7C87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0B995-D8D6-D626-7E47-CCC1F7A4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64BAF-5FAC-D953-6AE4-BE663B9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B3B7E-CF2D-C870-6075-3DEA4D85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00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345017-EC47-7C8E-E16F-5FCE8CE7A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281E7-B42A-C25E-18F5-84DCD1C68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82000-76D6-E35B-6B5E-AA86C9FE2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30CAF-08E9-482F-82AA-61DD6AB116C7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2EADE-C0D6-F782-0F25-7FBB65005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2F1CE-21AF-E518-FB33-31EEA4E6C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3F59-61B3-4C0A-8B8D-D671F7087B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88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624128-E375-E012-5A54-3D48A0EA6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70"/>
            <a:ext cx="12192000" cy="68124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636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F4710F-A2A2-5298-6A7F-BCE443656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907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74619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87608-C95C-E9BA-7228-EA2AB4B30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27686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959206-0CAC-CD72-B1CE-CAE5AA241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9547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3738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5A5F9-5C46-269D-3D2A-A9CDB38C2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5067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137F05-8CF9-544C-8A26-0829EEB12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7983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BF8039-1D59-283F-71B7-ECED129CC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2964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82D571-02F9-D4E5-E28B-06D8664D0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62749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4964D-776E-F504-E878-BDBF1C1FAE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6983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C61722-34C9-3F0E-63C2-D840EED7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2" y="104311"/>
            <a:ext cx="11974596" cy="66493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65362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DEEPIKA</dc:creator>
  <cp:lastModifiedBy>DEEPIKA DEEPIKA</cp:lastModifiedBy>
  <cp:revision>1</cp:revision>
  <dcterms:created xsi:type="dcterms:W3CDTF">2025-09-27T00:38:36Z</dcterms:created>
  <dcterms:modified xsi:type="dcterms:W3CDTF">2025-09-27T00:38:47Z</dcterms:modified>
</cp:coreProperties>
</file>